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146304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FDFDFD"/>
    <a:srgbClr val="F0F0F0"/>
    <a:srgbClr val="606060"/>
    <a:srgbClr val="DDDEDF"/>
    <a:srgbClr val="E5EBEF"/>
    <a:srgbClr val="8B94A5"/>
    <a:srgbClr val="88ABB8"/>
    <a:srgbClr val="687387"/>
    <a:srgbClr val="BECB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4" d="100"/>
          <a:sy n="54" d="100"/>
        </p:scale>
        <p:origin x="6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795781"/>
            <a:ext cx="12435840" cy="3820160"/>
          </a:xfrm>
        </p:spPr>
        <p:txBody>
          <a:bodyPr anchor="b"/>
          <a:lstStyle>
            <a:lvl1pPr algn="ctr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763261"/>
            <a:ext cx="10972800" cy="2649219"/>
          </a:xfrm>
        </p:spPr>
        <p:txBody>
          <a:bodyPr/>
          <a:lstStyle>
            <a:lvl1pPr marL="0" indent="0" algn="ctr">
              <a:buNone/>
              <a:defRPr sz="3840"/>
            </a:lvl1pPr>
            <a:lvl2pPr marL="731520" indent="0" algn="ctr">
              <a:buNone/>
              <a:defRPr sz="3200"/>
            </a:lvl2pPr>
            <a:lvl3pPr marL="1463040" indent="0" algn="ctr">
              <a:buNone/>
              <a:defRPr sz="2880"/>
            </a:lvl3pPr>
            <a:lvl4pPr marL="2194560" indent="0" algn="ctr">
              <a:buNone/>
              <a:defRPr sz="2560"/>
            </a:lvl4pPr>
            <a:lvl5pPr marL="2926080" indent="0" algn="ctr">
              <a:buNone/>
              <a:defRPr sz="2560"/>
            </a:lvl5pPr>
            <a:lvl6pPr marL="3657600" indent="0" algn="ctr">
              <a:buNone/>
              <a:defRPr sz="2560"/>
            </a:lvl6pPr>
            <a:lvl7pPr marL="4389120" indent="0" algn="ctr">
              <a:buNone/>
              <a:defRPr sz="2560"/>
            </a:lvl7pPr>
            <a:lvl8pPr marL="5120640" indent="0" algn="ctr">
              <a:buNone/>
              <a:defRPr sz="2560"/>
            </a:lvl8pPr>
            <a:lvl9pPr marL="5852160" indent="0" algn="ctr">
              <a:buNone/>
              <a:defRPr sz="2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44FD-0C11-4E12-A42A-8BC55FB0CB0A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9764-E5C6-4EDA-A497-D062A43A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05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44FD-0C11-4E12-A42A-8BC55FB0CB0A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9764-E5C6-4EDA-A497-D062A43A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72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735583"/>
            <a:ext cx="12618720" cy="4564379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7343143"/>
            <a:ext cx="12618720" cy="2400299"/>
          </a:xfrm>
        </p:spPr>
        <p:txBody>
          <a:bodyPr/>
          <a:lstStyle>
            <a:lvl1pPr marL="0" indent="0">
              <a:buNone/>
              <a:defRPr sz="3840">
                <a:solidFill>
                  <a:schemeClr val="tx1"/>
                </a:solidFill>
              </a:defRPr>
            </a:lvl1pPr>
            <a:lvl2pPr marL="7315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46304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3pPr>
            <a:lvl4pPr marL="21945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4pPr>
            <a:lvl5pPr marL="292608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5pPr>
            <a:lvl6pPr marL="365760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6pPr>
            <a:lvl7pPr marL="438912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7pPr>
            <a:lvl8pPr marL="512064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8pPr>
            <a:lvl9pPr marL="58521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44FD-0C11-4E12-A42A-8BC55FB0CB0A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9764-E5C6-4EDA-A497-D062A43A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3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921000"/>
            <a:ext cx="6217920" cy="69621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921000"/>
            <a:ext cx="6217920" cy="69621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44FD-0C11-4E12-A42A-8BC55FB0CB0A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9764-E5C6-4EDA-A497-D062A43A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25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84202"/>
            <a:ext cx="1261872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7" y="2689861"/>
            <a:ext cx="6189344" cy="1318259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7" y="4008120"/>
            <a:ext cx="6189344" cy="58953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1" y="2689861"/>
            <a:ext cx="6219826" cy="1318259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1" y="4008120"/>
            <a:ext cx="6219826" cy="58953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44FD-0C11-4E12-A42A-8BC55FB0CB0A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9764-E5C6-4EDA-A497-D062A43A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90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44FD-0C11-4E12-A42A-8BC55FB0CB0A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9764-E5C6-4EDA-A497-D062A43A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60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44FD-0C11-4E12-A42A-8BC55FB0CB0A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9764-E5C6-4EDA-A497-D062A43A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554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731520"/>
            <a:ext cx="4718685" cy="256032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579882"/>
            <a:ext cx="7406640" cy="7797800"/>
          </a:xfrm>
        </p:spPr>
        <p:txBody>
          <a:bodyPr/>
          <a:lstStyle>
            <a:lvl1pPr>
              <a:defRPr sz="5120"/>
            </a:lvl1pPr>
            <a:lvl2pPr>
              <a:defRPr sz="4480"/>
            </a:lvl2pPr>
            <a:lvl3pPr>
              <a:defRPr sz="384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3291840"/>
            <a:ext cx="4718685" cy="6098541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44FD-0C11-4E12-A42A-8BC55FB0CB0A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9764-E5C6-4EDA-A497-D062A43A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55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731520"/>
            <a:ext cx="4718685" cy="256032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579882"/>
            <a:ext cx="7406640" cy="7797800"/>
          </a:xfrm>
        </p:spPr>
        <p:txBody>
          <a:bodyPr anchor="t"/>
          <a:lstStyle>
            <a:lvl1pPr marL="0" indent="0">
              <a:buNone/>
              <a:defRPr sz="5120"/>
            </a:lvl1pPr>
            <a:lvl2pPr marL="731520" indent="0">
              <a:buNone/>
              <a:defRPr sz="4480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3291840"/>
            <a:ext cx="4718685" cy="6098541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44FD-0C11-4E12-A42A-8BC55FB0CB0A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9764-E5C6-4EDA-A497-D062A43A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920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44FD-0C11-4E12-A42A-8BC55FB0CB0A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9764-E5C6-4EDA-A497-D062A43A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3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1" y="584200"/>
            <a:ext cx="3154680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1" y="584200"/>
            <a:ext cx="9281160" cy="929894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44FD-0C11-4E12-A42A-8BC55FB0CB0A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99764-E5C6-4EDA-A497-D062A43A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61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584202"/>
            <a:ext cx="1261872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921000"/>
            <a:ext cx="1261872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10170162"/>
            <a:ext cx="329184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444FD-0C11-4E12-A42A-8BC55FB0CB0A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10170162"/>
            <a:ext cx="493776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10170162"/>
            <a:ext cx="329184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99764-E5C6-4EDA-A497-D062A43A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69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7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BC4FC78E-18FC-4AA1-BAA6-7976D191FC39}"/>
              </a:ext>
            </a:extLst>
          </p:cNvPr>
          <p:cNvSpPr/>
          <p:nvPr/>
        </p:nvSpPr>
        <p:spPr>
          <a:xfrm>
            <a:off x="376019" y="82237"/>
            <a:ext cx="14054356" cy="702717"/>
          </a:xfrm>
          <a:prstGeom prst="roundRect">
            <a:avLst>
              <a:gd name="adj" fmla="val 12410"/>
            </a:avLst>
          </a:prstGeom>
          <a:solidFill>
            <a:schemeClr val="bg1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1CDCAD3-582F-4818-A070-D62F0CBF7EF1}"/>
              </a:ext>
            </a:extLst>
          </p:cNvPr>
          <p:cNvGrpSpPr/>
          <p:nvPr/>
        </p:nvGrpSpPr>
        <p:grpSpPr>
          <a:xfrm>
            <a:off x="376019" y="861421"/>
            <a:ext cx="3201073" cy="948502"/>
            <a:chOff x="148735" y="1916000"/>
            <a:chExt cx="3201073" cy="948502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450756E7-7EC4-4642-A48F-E2425DA48946}"/>
                </a:ext>
              </a:extLst>
            </p:cNvPr>
            <p:cNvSpPr/>
            <p:nvPr/>
          </p:nvSpPr>
          <p:spPr>
            <a:xfrm>
              <a:off x="148735" y="1916000"/>
              <a:ext cx="3201073" cy="9485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E6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E89E3095-4F1F-4999-B9CF-54EB1BAD4407}"/>
                </a:ext>
              </a:extLst>
            </p:cNvPr>
            <p:cNvSpPr/>
            <p:nvPr/>
          </p:nvSpPr>
          <p:spPr>
            <a:xfrm>
              <a:off x="256004" y="2010976"/>
              <a:ext cx="846978" cy="728724"/>
            </a:xfrm>
            <a:prstGeom prst="round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033DC31D-FEA5-480C-BEA5-F1AA17510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2475" y="2228033"/>
              <a:ext cx="294036" cy="294610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5658144-AC32-400F-A750-BD335F995BCC}"/>
                </a:ext>
              </a:extLst>
            </p:cNvPr>
            <p:cNvSpPr txBox="1"/>
            <p:nvPr/>
          </p:nvSpPr>
          <p:spPr>
            <a:xfrm>
              <a:off x="1210250" y="2136811"/>
              <a:ext cx="2019535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>
                  <a:latin typeface="Vidaloka " panose="02000504000000020004" pitchFamily="2" charset="0"/>
                </a:rPr>
                <a:t>20 </a:t>
              </a:r>
              <a:r>
                <a:rPr lang="en-US" sz="2000" dirty="0">
                  <a:latin typeface="Vidaloka " panose="02000504000000020004"/>
                </a:rPr>
                <a:t>°</a:t>
              </a:r>
              <a:r>
                <a:rPr lang="en-US" sz="2500" dirty="0">
                  <a:latin typeface="Vidaloka " panose="02000504000000020004" pitchFamily="2" charset="0"/>
                </a:rPr>
                <a:t>C ± 1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B99C997-3591-4613-88F4-5091BB58C020}"/>
                </a:ext>
              </a:extLst>
            </p:cNvPr>
            <p:cNvSpPr txBox="1"/>
            <p:nvPr/>
          </p:nvSpPr>
          <p:spPr>
            <a:xfrm>
              <a:off x="2404928" y="2495697"/>
              <a:ext cx="94488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Vidaloka " panose="02000504000000020004" pitchFamily="2" charset="0"/>
                </a:rPr>
                <a:t>Block</a:t>
              </a:r>
              <a:r>
                <a:rPr lang="en-US" sz="1400" dirty="0">
                  <a:latin typeface="Vidaloka " panose="02000504000000020004" pitchFamily="2" charset="0"/>
                </a:rPr>
                <a:t> 1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AE683392-20CC-4CFA-92E5-BDAEF84F895E}"/>
              </a:ext>
            </a:extLst>
          </p:cNvPr>
          <p:cNvGrpSpPr/>
          <p:nvPr/>
        </p:nvGrpSpPr>
        <p:grpSpPr>
          <a:xfrm>
            <a:off x="4042200" y="861421"/>
            <a:ext cx="3201073" cy="948502"/>
            <a:chOff x="148735" y="1916000"/>
            <a:chExt cx="3201073" cy="948502"/>
          </a:xfrm>
        </p:grpSpPr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F809A8E4-08CE-4295-B6B6-D54FAB4E93D4}"/>
                </a:ext>
              </a:extLst>
            </p:cNvPr>
            <p:cNvSpPr/>
            <p:nvPr/>
          </p:nvSpPr>
          <p:spPr>
            <a:xfrm>
              <a:off x="148735" y="1916000"/>
              <a:ext cx="3201073" cy="94850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E6E6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CB07A303-1160-4192-8695-6245641E19CE}"/>
                </a:ext>
              </a:extLst>
            </p:cNvPr>
            <p:cNvSpPr/>
            <p:nvPr/>
          </p:nvSpPr>
          <p:spPr>
            <a:xfrm>
              <a:off x="256004" y="2010976"/>
              <a:ext cx="846978" cy="728724"/>
            </a:xfrm>
            <a:prstGeom prst="round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5" name="Graphic 124">
              <a:extLst>
                <a:ext uri="{FF2B5EF4-FFF2-40B4-BE49-F238E27FC236}">
                  <a16:creationId xmlns:a16="http://schemas.microsoft.com/office/drawing/2014/main" id="{FD04C7A4-BBFF-45BB-B56C-B1FC410A0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2475" y="2228033"/>
              <a:ext cx="294036" cy="294610"/>
            </a:xfrm>
            <a:prstGeom prst="rect">
              <a:avLst/>
            </a:prstGeom>
          </p:spPr>
        </p:pic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BC42A13-6432-44BA-9347-29F5A0D22B67}"/>
                </a:ext>
              </a:extLst>
            </p:cNvPr>
            <p:cNvSpPr txBox="1"/>
            <p:nvPr/>
          </p:nvSpPr>
          <p:spPr>
            <a:xfrm>
              <a:off x="1210250" y="2136811"/>
              <a:ext cx="2019535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>
                  <a:latin typeface="Vidaloka " panose="02000504000000020004" pitchFamily="2" charset="0"/>
                </a:rPr>
                <a:t>25 </a:t>
              </a:r>
              <a:r>
                <a:rPr lang="en-US" sz="2000" dirty="0">
                  <a:latin typeface="Vidaloka " panose="02000504000000020004"/>
                </a:rPr>
                <a:t>°</a:t>
              </a:r>
              <a:r>
                <a:rPr lang="en-US" sz="2500" dirty="0">
                  <a:latin typeface="Vidaloka " panose="02000504000000020004" pitchFamily="2" charset="0"/>
                </a:rPr>
                <a:t>C ± 2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85AC3522-1A95-42D4-94A5-788EF2FAD322}"/>
                </a:ext>
              </a:extLst>
            </p:cNvPr>
            <p:cNvSpPr txBox="1"/>
            <p:nvPr/>
          </p:nvSpPr>
          <p:spPr>
            <a:xfrm>
              <a:off x="2404928" y="2495697"/>
              <a:ext cx="94488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Vidaloka " panose="02000504000000020004" pitchFamily="2" charset="0"/>
                </a:rPr>
                <a:t>Block</a:t>
              </a:r>
              <a:r>
                <a:rPr lang="en-US" sz="1400" dirty="0">
                  <a:latin typeface="Vidaloka " panose="02000504000000020004" pitchFamily="2" charset="0"/>
                </a:rPr>
                <a:t> 2</a:t>
              </a:r>
            </a:p>
          </p:txBody>
        </p:sp>
      </p:grp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8E7DD880-82E1-450B-8F7F-1DF23322D4D6}"/>
              </a:ext>
            </a:extLst>
          </p:cNvPr>
          <p:cNvSpPr/>
          <p:nvPr/>
        </p:nvSpPr>
        <p:spPr>
          <a:xfrm>
            <a:off x="7708381" y="861421"/>
            <a:ext cx="3201073" cy="948502"/>
          </a:xfrm>
          <a:prstGeom prst="roundRect">
            <a:avLst/>
          </a:prstGeom>
          <a:solidFill>
            <a:schemeClr val="bg1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94ED5447-C9C0-4B57-BCE8-405FEADED56B}"/>
              </a:ext>
            </a:extLst>
          </p:cNvPr>
          <p:cNvSpPr/>
          <p:nvPr/>
        </p:nvSpPr>
        <p:spPr>
          <a:xfrm>
            <a:off x="7815650" y="956397"/>
            <a:ext cx="846978" cy="728724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1" name="Graphic 130">
            <a:extLst>
              <a:ext uri="{FF2B5EF4-FFF2-40B4-BE49-F238E27FC236}">
                <a16:creationId xmlns:a16="http://schemas.microsoft.com/office/drawing/2014/main" id="{0ADC2400-050E-4545-AB57-1F50C6BC3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2121" y="1173454"/>
            <a:ext cx="294036" cy="294610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5130DF22-5992-448C-8196-FA8DE5A394B8}"/>
              </a:ext>
            </a:extLst>
          </p:cNvPr>
          <p:cNvSpPr txBox="1"/>
          <p:nvPr/>
        </p:nvSpPr>
        <p:spPr>
          <a:xfrm>
            <a:off x="8769896" y="1082232"/>
            <a:ext cx="201953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Vidaloka " panose="02000504000000020004" pitchFamily="2" charset="0"/>
              </a:rPr>
              <a:t>15 </a:t>
            </a:r>
            <a:r>
              <a:rPr lang="en-US" sz="2000" dirty="0">
                <a:latin typeface="Vidaloka " panose="02000504000000020004"/>
              </a:rPr>
              <a:t>°</a:t>
            </a:r>
            <a:r>
              <a:rPr lang="en-US" sz="2500" dirty="0">
                <a:latin typeface="Vidaloka " panose="02000504000000020004" pitchFamily="2" charset="0"/>
              </a:rPr>
              <a:t>C ± 6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923DC15-7772-4D0C-9D2E-75723E315944}"/>
              </a:ext>
            </a:extLst>
          </p:cNvPr>
          <p:cNvSpPr txBox="1"/>
          <p:nvPr/>
        </p:nvSpPr>
        <p:spPr>
          <a:xfrm>
            <a:off x="9964574" y="1441118"/>
            <a:ext cx="9448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Vidaloka " panose="02000504000000020004" pitchFamily="2" charset="0"/>
              </a:rPr>
              <a:t>Block</a:t>
            </a:r>
            <a:r>
              <a:rPr lang="en-US" sz="1400" dirty="0">
                <a:latin typeface="Vidaloka " panose="02000504000000020004" pitchFamily="2" charset="0"/>
              </a:rPr>
              <a:t> 3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F7DC1E5-4FCD-4B23-92FF-22F7FDF5A6EB}"/>
              </a:ext>
            </a:extLst>
          </p:cNvPr>
          <p:cNvSpPr/>
          <p:nvPr/>
        </p:nvSpPr>
        <p:spPr>
          <a:xfrm>
            <a:off x="376019" y="2043112"/>
            <a:ext cx="14054356" cy="3443287"/>
          </a:xfrm>
          <a:prstGeom prst="roundRect">
            <a:avLst>
              <a:gd name="adj" fmla="val 2382"/>
            </a:avLst>
          </a:prstGeom>
          <a:solidFill>
            <a:schemeClr val="bg1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1F2D983-2209-43EF-B1BD-877194FB9451}"/>
              </a:ext>
            </a:extLst>
          </p:cNvPr>
          <p:cNvSpPr txBox="1"/>
          <p:nvPr/>
        </p:nvSpPr>
        <p:spPr>
          <a:xfrm>
            <a:off x="483288" y="2138983"/>
            <a:ext cx="29737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idaloka " panose="02000504000000020004"/>
              </a:rPr>
              <a:t>Last readings by block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F325321-8E87-4B15-BC64-39673B21DACD}"/>
              </a:ext>
            </a:extLst>
          </p:cNvPr>
          <p:cNvCxnSpPr>
            <a:cxnSpLocks/>
          </p:cNvCxnSpPr>
          <p:nvPr/>
        </p:nvCxnSpPr>
        <p:spPr>
          <a:xfrm>
            <a:off x="376019" y="2569870"/>
            <a:ext cx="14054356" cy="0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4" name="Picture 2" descr="5.2 Bar chart">
            <a:extLst>
              <a:ext uri="{FF2B5EF4-FFF2-40B4-BE49-F238E27FC236}">
                <a16:creationId xmlns:a16="http://schemas.microsoft.com/office/drawing/2014/main" id="{D12E0A44-180B-4C2C-8750-F1AF72FD71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14"/>
          <a:stretch/>
        </p:blipFill>
        <p:spPr bwMode="auto">
          <a:xfrm>
            <a:off x="618198" y="3251528"/>
            <a:ext cx="10533368" cy="2076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9B08E3D-B0E5-4B4A-B474-D5966742FBC2}"/>
              </a:ext>
            </a:extLst>
          </p:cNvPr>
          <p:cNvSpPr/>
          <p:nvPr/>
        </p:nvSpPr>
        <p:spPr>
          <a:xfrm>
            <a:off x="3939077" y="2706267"/>
            <a:ext cx="4125093" cy="437116"/>
          </a:xfrm>
          <a:prstGeom prst="roundRect">
            <a:avLst>
              <a:gd name="adj" fmla="val 2519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F223F5D7-6F68-48D5-99F8-DEDFEC5E0398}"/>
              </a:ext>
            </a:extLst>
          </p:cNvPr>
          <p:cNvSpPr/>
          <p:nvPr/>
        </p:nvSpPr>
        <p:spPr>
          <a:xfrm>
            <a:off x="3939077" y="2706267"/>
            <a:ext cx="1375031" cy="437117"/>
          </a:xfrm>
          <a:prstGeom prst="roundRect">
            <a:avLst>
              <a:gd name="adj" fmla="val 251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83FCE26-8A4F-44E5-90FA-BE1C1A4171E7}"/>
              </a:ext>
            </a:extLst>
          </p:cNvPr>
          <p:cNvSpPr txBox="1"/>
          <p:nvPr/>
        </p:nvSpPr>
        <p:spPr>
          <a:xfrm>
            <a:off x="4149470" y="2740399"/>
            <a:ext cx="954246" cy="3780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Block 1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02B5052A-B031-4C96-8645-3C7FD85319DF}"/>
              </a:ext>
            </a:extLst>
          </p:cNvPr>
          <p:cNvSpPr/>
          <p:nvPr/>
        </p:nvSpPr>
        <p:spPr>
          <a:xfrm>
            <a:off x="5314109" y="2706267"/>
            <a:ext cx="1375030" cy="43711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9A646E5-2834-47F8-AC04-CC18B2E9ECB0}"/>
              </a:ext>
            </a:extLst>
          </p:cNvPr>
          <p:cNvSpPr txBox="1"/>
          <p:nvPr/>
        </p:nvSpPr>
        <p:spPr>
          <a:xfrm>
            <a:off x="5524501" y="2740399"/>
            <a:ext cx="954246" cy="378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Block 2</a:t>
            </a: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D01F623C-0960-4250-83DA-07A6030B7B02}"/>
              </a:ext>
            </a:extLst>
          </p:cNvPr>
          <p:cNvSpPr/>
          <p:nvPr/>
        </p:nvSpPr>
        <p:spPr>
          <a:xfrm>
            <a:off x="6689139" y="2706267"/>
            <a:ext cx="1375031" cy="43711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3C4D0BE-F0C9-4329-96C8-2A1ACCB9159D}"/>
              </a:ext>
            </a:extLst>
          </p:cNvPr>
          <p:cNvSpPr txBox="1"/>
          <p:nvPr/>
        </p:nvSpPr>
        <p:spPr>
          <a:xfrm>
            <a:off x="6899532" y="2740399"/>
            <a:ext cx="954246" cy="378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Block 3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12DC682-B93F-43F7-B221-6E89FD4EC435}"/>
              </a:ext>
            </a:extLst>
          </p:cNvPr>
          <p:cNvCxnSpPr>
            <a:cxnSpLocks/>
          </p:cNvCxnSpPr>
          <p:nvPr/>
        </p:nvCxnSpPr>
        <p:spPr>
          <a:xfrm>
            <a:off x="6689139" y="2706266"/>
            <a:ext cx="0" cy="437117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5221FB96-16EF-4AE4-8BCE-28D261F2116B}"/>
              </a:ext>
            </a:extLst>
          </p:cNvPr>
          <p:cNvSpPr/>
          <p:nvPr/>
        </p:nvSpPr>
        <p:spPr>
          <a:xfrm>
            <a:off x="10789431" y="2706266"/>
            <a:ext cx="3464935" cy="651293"/>
          </a:xfrm>
          <a:prstGeom prst="roundRect">
            <a:avLst/>
          </a:prstGeom>
          <a:solidFill>
            <a:schemeClr val="bg1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924C66E-56D6-470C-92BB-F4B7176BACEA}"/>
              </a:ext>
            </a:extLst>
          </p:cNvPr>
          <p:cNvSpPr txBox="1"/>
          <p:nvPr/>
        </p:nvSpPr>
        <p:spPr>
          <a:xfrm>
            <a:off x="12088215" y="2812241"/>
            <a:ext cx="8572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idaloka " panose="02000504000000020004"/>
              </a:rPr>
              <a:t>22 °C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274C1F4-A255-43F5-973F-6E4E4935E7F9}"/>
              </a:ext>
            </a:extLst>
          </p:cNvPr>
          <p:cNvSpPr txBox="1"/>
          <p:nvPr/>
        </p:nvSpPr>
        <p:spPr>
          <a:xfrm>
            <a:off x="13004400" y="2961195"/>
            <a:ext cx="11978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idaloka " panose="02000504000000020004"/>
              </a:rPr>
              <a:t>Device 3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DF2FD302-31D0-445D-8FF9-31EED300ADC0}"/>
              </a:ext>
            </a:extLst>
          </p:cNvPr>
          <p:cNvSpPr/>
          <p:nvPr/>
        </p:nvSpPr>
        <p:spPr>
          <a:xfrm>
            <a:off x="10784373" y="3544524"/>
            <a:ext cx="3464935" cy="651293"/>
          </a:xfrm>
          <a:prstGeom prst="roundRect">
            <a:avLst/>
          </a:prstGeom>
          <a:solidFill>
            <a:schemeClr val="bg1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DFC53E52-E12A-4500-B648-2219F0B36EF3}"/>
              </a:ext>
            </a:extLst>
          </p:cNvPr>
          <p:cNvSpPr txBox="1"/>
          <p:nvPr/>
        </p:nvSpPr>
        <p:spPr>
          <a:xfrm>
            <a:off x="12083157" y="3650499"/>
            <a:ext cx="8572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idaloka " panose="02000504000000020004"/>
              </a:rPr>
              <a:t>18 °C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94B7B0E-ED26-4322-B00B-1BD297DBE5C5}"/>
              </a:ext>
            </a:extLst>
          </p:cNvPr>
          <p:cNvSpPr txBox="1"/>
          <p:nvPr/>
        </p:nvSpPr>
        <p:spPr>
          <a:xfrm>
            <a:off x="12999342" y="3799453"/>
            <a:ext cx="11978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idaloka " panose="02000504000000020004"/>
              </a:rPr>
              <a:t>Device 5</a:t>
            </a: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4AB652C4-8798-44F2-BA29-ABAEC94AF021}"/>
              </a:ext>
            </a:extLst>
          </p:cNvPr>
          <p:cNvSpPr/>
          <p:nvPr/>
        </p:nvSpPr>
        <p:spPr>
          <a:xfrm>
            <a:off x="10919347" y="3627744"/>
            <a:ext cx="572191" cy="492302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8" name="Graphic 157" descr="Circle with right arrow">
            <a:extLst>
              <a:ext uri="{FF2B5EF4-FFF2-40B4-BE49-F238E27FC236}">
                <a16:creationId xmlns:a16="http://schemas.microsoft.com/office/drawing/2014/main" id="{ABD94B6C-85BB-4AB1-9C08-D8C84A2221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0962889" y="3628863"/>
            <a:ext cx="492302" cy="492302"/>
          </a:xfrm>
          <a:prstGeom prst="rect">
            <a:avLst/>
          </a:prstGeom>
        </p:spPr>
      </p:pic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A0C168EB-BE1B-43E3-916F-BA9FFF7AA909}"/>
              </a:ext>
            </a:extLst>
          </p:cNvPr>
          <p:cNvSpPr/>
          <p:nvPr/>
        </p:nvSpPr>
        <p:spPr>
          <a:xfrm>
            <a:off x="10789431" y="4382782"/>
            <a:ext cx="3464935" cy="651293"/>
          </a:xfrm>
          <a:prstGeom prst="roundRect">
            <a:avLst/>
          </a:prstGeom>
          <a:solidFill>
            <a:schemeClr val="bg1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4534A8A-02EF-405F-B177-BE44133D5828}"/>
              </a:ext>
            </a:extLst>
          </p:cNvPr>
          <p:cNvSpPr txBox="1"/>
          <p:nvPr/>
        </p:nvSpPr>
        <p:spPr>
          <a:xfrm>
            <a:off x="12083156" y="4468535"/>
            <a:ext cx="21140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idaloka " panose="02000504000000020004"/>
              </a:rPr>
              <a:t>Not different</a:t>
            </a: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4D2D8DD0-4115-4474-AB4C-106B072F8DDB}"/>
              </a:ext>
            </a:extLst>
          </p:cNvPr>
          <p:cNvSpPr/>
          <p:nvPr/>
        </p:nvSpPr>
        <p:spPr>
          <a:xfrm>
            <a:off x="10924405" y="4466002"/>
            <a:ext cx="572191" cy="49230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438879F3-3460-4BC3-97AE-430E9EF594CA}"/>
              </a:ext>
            </a:extLst>
          </p:cNvPr>
          <p:cNvSpPr/>
          <p:nvPr/>
        </p:nvSpPr>
        <p:spPr>
          <a:xfrm>
            <a:off x="367299" y="5646871"/>
            <a:ext cx="14054356" cy="4580111"/>
          </a:xfrm>
          <a:prstGeom prst="roundRect">
            <a:avLst>
              <a:gd name="adj" fmla="val 2382"/>
            </a:avLst>
          </a:prstGeom>
          <a:solidFill>
            <a:schemeClr val="bg1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7A1A5F3B-9435-4342-A67E-F51FB40A03E5}"/>
              </a:ext>
            </a:extLst>
          </p:cNvPr>
          <p:cNvSpPr txBox="1"/>
          <p:nvPr/>
        </p:nvSpPr>
        <p:spPr>
          <a:xfrm>
            <a:off x="483288" y="5870923"/>
            <a:ext cx="29737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idaloka " panose="02000504000000020004"/>
              </a:rPr>
              <a:t>Temperature curves</a:t>
            </a:r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A696A662-7324-4114-A21A-ADD9B3008B9C}"/>
              </a:ext>
            </a:extLst>
          </p:cNvPr>
          <p:cNvCxnSpPr>
            <a:cxnSpLocks/>
          </p:cNvCxnSpPr>
          <p:nvPr/>
        </p:nvCxnSpPr>
        <p:spPr>
          <a:xfrm>
            <a:off x="376019" y="6301810"/>
            <a:ext cx="14054356" cy="0"/>
          </a:xfrm>
          <a:prstGeom prst="line">
            <a:avLst/>
          </a:prstGeom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9" name="Picture 4" descr="Curves Graph">
            <a:extLst>
              <a:ext uri="{FF2B5EF4-FFF2-40B4-BE49-F238E27FC236}">
                <a16:creationId xmlns:a16="http://schemas.microsoft.com/office/drawing/2014/main" id="{2C843770-2AE0-4446-A512-6B3F090A9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487" y="8001088"/>
            <a:ext cx="13322676" cy="2081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FF79AF82-D093-4828-8A83-23076D2FE0DD}"/>
              </a:ext>
            </a:extLst>
          </p:cNvPr>
          <p:cNvSpPr/>
          <p:nvPr/>
        </p:nvSpPr>
        <p:spPr>
          <a:xfrm>
            <a:off x="5331931" y="6941459"/>
            <a:ext cx="4125093" cy="437116"/>
          </a:xfrm>
          <a:prstGeom prst="roundRect">
            <a:avLst>
              <a:gd name="adj" fmla="val 2519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8D26D6CD-63D2-4868-84FB-FDA2FF38A896}"/>
              </a:ext>
            </a:extLst>
          </p:cNvPr>
          <p:cNvSpPr/>
          <p:nvPr/>
        </p:nvSpPr>
        <p:spPr>
          <a:xfrm>
            <a:off x="5331931" y="6941459"/>
            <a:ext cx="1157019" cy="437117"/>
          </a:xfrm>
          <a:prstGeom prst="roundRect">
            <a:avLst>
              <a:gd name="adj" fmla="val 251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75C078-85D6-46D5-97D3-F38B67C64F99}"/>
              </a:ext>
            </a:extLst>
          </p:cNvPr>
          <p:cNvSpPr txBox="1"/>
          <p:nvPr/>
        </p:nvSpPr>
        <p:spPr>
          <a:xfrm>
            <a:off x="5542324" y="6975591"/>
            <a:ext cx="6701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Hour</a:t>
            </a: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4D26D35B-3CD6-4193-9C15-831A39B77BD0}"/>
              </a:ext>
            </a:extLst>
          </p:cNvPr>
          <p:cNvSpPr/>
          <p:nvPr/>
        </p:nvSpPr>
        <p:spPr>
          <a:xfrm>
            <a:off x="6917353" y="6941459"/>
            <a:ext cx="1164639" cy="43711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5BD113D9-0E74-4477-B1A3-DAF68CFC3506}"/>
              </a:ext>
            </a:extLst>
          </p:cNvPr>
          <p:cNvSpPr txBox="1"/>
          <p:nvPr/>
        </p:nvSpPr>
        <p:spPr>
          <a:xfrm>
            <a:off x="6640743" y="6987102"/>
            <a:ext cx="635161" cy="374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Day</a:t>
            </a: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8B8E9454-07E5-4BF1-B6BA-3CC9FC52B234}"/>
              </a:ext>
            </a:extLst>
          </p:cNvPr>
          <p:cNvSpPr/>
          <p:nvPr/>
        </p:nvSpPr>
        <p:spPr>
          <a:xfrm>
            <a:off x="8081993" y="6941459"/>
            <a:ext cx="1375031" cy="43711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3EA44F72-77A6-4478-807F-CC81932B2DDB}"/>
              </a:ext>
            </a:extLst>
          </p:cNvPr>
          <p:cNvSpPr txBox="1"/>
          <p:nvPr/>
        </p:nvSpPr>
        <p:spPr>
          <a:xfrm>
            <a:off x="8473506" y="6998612"/>
            <a:ext cx="954246" cy="378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Month</a:t>
            </a:r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EB2DBB15-9087-4881-8C6E-57030FD3C9B0}"/>
              </a:ext>
            </a:extLst>
          </p:cNvPr>
          <p:cNvCxnSpPr>
            <a:cxnSpLocks/>
          </p:cNvCxnSpPr>
          <p:nvPr/>
        </p:nvCxnSpPr>
        <p:spPr>
          <a:xfrm>
            <a:off x="8377660" y="6941458"/>
            <a:ext cx="1" cy="437117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Statistics RTL">
            <a:extLst>
              <a:ext uri="{FF2B5EF4-FFF2-40B4-BE49-F238E27FC236}">
                <a16:creationId xmlns:a16="http://schemas.microsoft.com/office/drawing/2014/main" id="{D368CF48-9580-46FD-921D-9E42E532AF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67210" y="4466002"/>
            <a:ext cx="493776" cy="493776"/>
          </a:xfrm>
          <a:prstGeom prst="rect">
            <a:avLst/>
          </a:prstGeom>
        </p:spPr>
      </p:pic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B2D5648-BADA-4D88-8D23-06A5217CD819}"/>
              </a:ext>
            </a:extLst>
          </p:cNvPr>
          <p:cNvSpPr/>
          <p:nvPr/>
        </p:nvSpPr>
        <p:spPr>
          <a:xfrm>
            <a:off x="5332318" y="7459154"/>
            <a:ext cx="4125093" cy="437116"/>
          </a:xfrm>
          <a:prstGeom prst="roundRect">
            <a:avLst>
              <a:gd name="adj" fmla="val 2519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33A2C16-FF78-49E7-922B-F1C04A8A342D}"/>
              </a:ext>
            </a:extLst>
          </p:cNvPr>
          <p:cNvSpPr/>
          <p:nvPr/>
        </p:nvSpPr>
        <p:spPr>
          <a:xfrm>
            <a:off x="5332318" y="7459154"/>
            <a:ext cx="1375031" cy="437117"/>
          </a:xfrm>
          <a:prstGeom prst="roundRect">
            <a:avLst>
              <a:gd name="adj" fmla="val 251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C6C7206-3327-49E1-A5BA-92777727ABD8}"/>
              </a:ext>
            </a:extLst>
          </p:cNvPr>
          <p:cNvSpPr txBox="1"/>
          <p:nvPr/>
        </p:nvSpPr>
        <p:spPr>
          <a:xfrm>
            <a:off x="5542711" y="7493286"/>
            <a:ext cx="954246" cy="3780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Block 1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F864F356-FC87-469C-A649-F3D2291E04E0}"/>
              </a:ext>
            </a:extLst>
          </p:cNvPr>
          <p:cNvSpPr/>
          <p:nvPr/>
        </p:nvSpPr>
        <p:spPr>
          <a:xfrm>
            <a:off x="6707350" y="7459154"/>
            <a:ext cx="1375030" cy="43711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E866730-B1CF-4C95-9FB2-66914E394950}"/>
              </a:ext>
            </a:extLst>
          </p:cNvPr>
          <p:cNvSpPr txBox="1"/>
          <p:nvPr/>
        </p:nvSpPr>
        <p:spPr>
          <a:xfrm>
            <a:off x="6917742" y="7493286"/>
            <a:ext cx="954246" cy="378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Block 2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83ECEE50-FB6B-4DF8-8492-1475C85E893C}"/>
              </a:ext>
            </a:extLst>
          </p:cNvPr>
          <p:cNvSpPr/>
          <p:nvPr/>
        </p:nvSpPr>
        <p:spPr>
          <a:xfrm>
            <a:off x="8082380" y="7459154"/>
            <a:ext cx="1375031" cy="43711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A995B5D-4C1A-409B-8D9E-831756537570}"/>
              </a:ext>
            </a:extLst>
          </p:cNvPr>
          <p:cNvSpPr txBox="1"/>
          <p:nvPr/>
        </p:nvSpPr>
        <p:spPr>
          <a:xfrm>
            <a:off x="8292773" y="7493286"/>
            <a:ext cx="954246" cy="378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Block 3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714EE45-D50B-4D71-88E5-63E0CFC15B86}"/>
              </a:ext>
            </a:extLst>
          </p:cNvPr>
          <p:cNvCxnSpPr>
            <a:cxnSpLocks/>
          </p:cNvCxnSpPr>
          <p:nvPr/>
        </p:nvCxnSpPr>
        <p:spPr>
          <a:xfrm>
            <a:off x="8082380" y="7459153"/>
            <a:ext cx="0" cy="437117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F92CFFD9-084F-416E-86C5-0A47B551126D}"/>
              </a:ext>
            </a:extLst>
          </p:cNvPr>
          <p:cNvSpPr/>
          <p:nvPr/>
        </p:nvSpPr>
        <p:spPr>
          <a:xfrm>
            <a:off x="5331931" y="6426018"/>
            <a:ext cx="4125093" cy="437116"/>
          </a:xfrm>
          <a:prstGeom prst="roundRect">
            <a:avLst>
              <a:gd name="adj" fmla="val 2519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406AB7CD-1122-45E3-B5A4-4E864AE47167}"/>
              </a:ext>
            </a:extLst>
          </p:cNvPr>
          <p:cNvSpPr/>
          <p:nvPr/>
        </p:nvSpPr>
        <p:spPr>
          <a:xfrm>
            <a:off x="5331931" y="6426018"/>
            <a:ext cx="2167672" cy="437117"/>
          </a:xfrm>
          <a:prstGeom prst="roundRect">
            <a:avLst>
              <a:gd name="adj" fmla="val 251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279C1F7-E94C-486B-B1A6-7892DCABD5EA}"/>
              </a:ext>
            </a:extLst>
          </p:cNvPr>
          <p:cNvSpPr txBox="1"/>
          <p:nvPr/>
        </p:nvSpPr>
        <p:spPr>
          <a:xfrm>
            <a:off x="5938602" y="6458783"/>
            <a:ext cx="116463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 block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8989FE1-0EF3-4B53-AC04-4128874E38E5}"/>
              </a:ext>
            </a:extLst>
          </p:cNvPr>
          <p:cNvSpPr txBox="1"/>
          <p:nvPr/>
        </p:nvSpPr>
        <p:spPr>
          <a:xfrm>
            <a:off x="7662684" y="6458782"/>
            <a:ext cx="163125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Mean of blocks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D088AA9-BD95-4E4F-B764-16D485758EAA}"/>
              </a:ext>
            </a:extLst>
          </p:cNvPr>
          <p:cNvSpPr txBox="1"/>
          <p:nvPr/>
        </p:nvSpPr>
        <p:spPr>
          <a:xfrm>
            <a:off x="7456239" y="6982335"/>
            <a:ext cx="801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Week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DCC36D6-28CB-4155-81EA-D1B2CF4A4C8A}"/>
              </a:ext>
            </a:extLst>
          </p:cNvPr>
          <p:cNvCxnSpPr>
            <a:cxnSpLocks/>
          </p:cNvCxnSpPr>
          <p:nvPr/>
        </p:nvCxnSpPr>
        <p:spPr>
          <a:xfrm>
            <a:off x="7349585" y="6941458"/>
            <a:ext cx="0" cy="437117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EB1E3C54-626F-4840-9A87-8A0B719E7999}"/>
              </a:ext>
            </a:extLst>
          </p:cNvPr>
          <p:cNvSpPr txBox="1"/>
          <p:nvPr/>
        </p:nvSpPr>
        <p:spPr>
          <a:xfrm>
            <a:off x="9784206" y="230201"/>
            <a:ext cx="2503490" cy="42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61" dirty="0">
                <a:latin typeface="Vidaloka " panose="02000504000000020004" pitchFamily="2" charset="0"/>
              </a:rPr>
              <a:t>Download the data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222872C3-7D41-4F96-8816-1181E9C69905}"/>
              </a:ext>
            </a:extLst>
          </p:cNvPr>
          <p:cNvSpPr/>
          <p:nvPr/>
        </p:nvSpPr>
        <p:spPr>
          <a:xfrm>
            <a:off x="12287696" y="172506"/>
            <a:ext cx="2026142" cy="540247"/>
          </a:xfrm>
          <a:prstGeom prst="roundRect">
            <a:avLst/>
          </a:prstGeom>
          <a:solidFill>
            <a:srgbClr val="8B94A5"/>
          </a:solidFill>
          <a:ln>
            <a:solidFill>
              <a:srgbClr val="8B94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62"/>
          </a:p>
        </p:txBody>
      </p:sp>
      <p:pic>
        <p:nvPicPr>
          <p:cNvPr id="93" name="Graphic 92" descr="Download">
            <a:extLst>
              <a:ext uri="{FF2B5EF4-FFF2-40B4-BE49-F238E27FC236}">
                <a16:creationId xmlns:a16="http://schemas.microsoft.com/office/drawing/2014/main" id="{9A172BC9-E27F-43C4-9CA9-9DAAE09DAB2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416834" y="151375"/>
            <a:ext cx="582508" cy="582508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DBB99CAF-F913-44AA-99E6-7D3735F4729E}"/>
              </a:ext>
            </a:extLst>
          </p:cNvPr>
          <p:cNvSpPr txBox="1"/>
          <p:nvPr/>
        </p:nvSpPr>
        <p:spPr>
          <a:xfrm>
            <a:off x="13089209" y="288742"/>
            <a:ext cx="1029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Vidaloka " panose="02000504000000020004" pitchFamily="2" charset="0"/>
              </a:rPr>
              <a:t>Download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45FF185-AF88-4E0A-AF5F-731F88EA5FE8}"/>
              </a:ext>
            </a:extLst>
          </p:cNvPr>
          <p:cNvGrpSpPr/>
          <p:nvPr/>
        </p:nvGrpSpPr>
        <p:grpSpPr>
          <a:xfrm>
            <a:off x="4326468" y="10370998"/>
            <a:ext cx="5977464" cy="566764"/>
            <a:chOff x="3328174" y="14622947"/>
            <a:chExt cx="4370891" cy="414434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63CAB9D-324D-4019-8087-72AC821022A2}"/>
                </a:ext>
              </a:extLst>
            </p:cNvPr>
            <p:cNvSpPr txBox="1"/>
            <p:nvPr/>
          </p:nvSpPr>
          <p:spPr>
            <a:xfrm>
              <a:off x="3703877" y="14717942"/>
              <a:ext cx="3649423" cy="2521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41" dirty="0">
                  <a:latin typeface="Vidaloka " panose="02000504000000020004" pitchFamily="2" charset="0"/>
                </a:rPr>
                <a:t>This tool was developed by the Ciampitti Lab Group</a:t>
              </a:r>
            </a:p>
          </p:txBody>
        </p:sp>
        <p:pic>
          <p:nvPicPr>
            <p:cNvPr id="97" name="Picture 6" descr="GitHub Logos and Usage · GitHub">
              <a:extLst>
                <a:ext uri="{FF2B5EF4-FFF2-40B4-BE49-F238E27FC236}">
                  <a16:creationId xmlns:a16="http://schemas.microsoft.com/office/drawing/2014/main" id="{55621271-244B-4787-842C-078E413167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4631" y="14622947"/>
              <a:ext cx="414434" cy="414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5B8B684A-AEF2-4280-B5C5-BE2D32D4D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8174" y="14657462"/>
              <a:ext cx="345405" cy="34540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1CD5B8D-47A9-4682-B103-3873CF177F6C}"/>
              </a:ext>
            </a:extLst>
          </p:cNvPr>
          <p:cNvSpPr/>
          <p:nvPr/>
        </p:nvSpPr>
        <p:spPr>
          <a:xfrm>
            <a:off x="512029" y="230200"/>
            <a:ext cx="54950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idaloka " panose="02000504000000020004" pitchFamily="2" charset="0"/>
              </a:rPr>
              <a:t>Temperature Sensors Hub</a:t>
            </a: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A75B5467-A50E-4140-B75B-E99FE48A8721}"/>
              </a:ext>
            </a:extLst>
          </p:cNvPr>
          <p:cNvSpPr/>
          <p:nvPr/>
        </p:nvSpPr>
        <p:spPr>
          <a:xfrm>
            <a:off x="10911555" y="2807580"/>
            <a:ext cx="572191" cy="492302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" name="Graphic 111" descr="Circle with right arrow">
            <a:extLst>
              <a:ext uri="{FF2B5EF4-FFF2-40B4-BE49-F238E27FC236}">
                <a16:creationId xmlns:a16="http://schemas.microsoft.com/office/drawing/2014/main" id="{CF2AF3C6-575C-4C8D-87F6-3ED29D3A3A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0955097" y="2808699"/>
            <a:ext cx="492302" cy="49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84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268</TotalTime>
  <Words>76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Vidaloka 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Santiago</dc:creator>
  <cp:lastModifiedBy>Gustavo Nocera Santiago</cp:lastModifiedBy>
  <cp:revision>24</cp:revision>
  <dcterms:created xsi:type="dcterms:W3CDTF">2024-03-20T13:42:45Z</dcterms:created>
  <dcterms:modified xsi:type="dcterms:W3CDTF">2024-04-10T16:03:08Z</dcterms:modified>
</cp:coreProperties>
</file>